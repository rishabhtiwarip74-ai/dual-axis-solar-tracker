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https://pic-microcontroller.com/dual-axis-solar-tracker-online-energy-monitor/</a:t>
            </a:r>
            <a:endParaRPr/>
          </a:p>
        </p:txBody>
      </p:sp>
      <p:sp>
        <p:nvSpPr>
          <p:cNvPr id="17" name="Google Shape;1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https://makerobotbangalore.blogspot.com/p/servo-motor-interfacing-with-arduino.html</a:t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https://www.majju.pk/product/stepper-motor-with-driver-24v-4a/</a:t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https://www.brijencapsulants.com/2020/12/28/six-main-components-solar-panel/</a:t>
            </a:r>
            <a:endParaRPr/>
          </a:p>
        </p:txBody>
      </p:sp>
      <p:sp>
        <p:nvSpPr>
          <p:cNvPr id="50" name="Google Shape;5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https://jh-888.en.made-in-china.com/product/BKinfJCAgNpW/China-5500W-Dual-Axis-Solar-Tracker-Trace-Sun-Energy.html</a:t>
            </a:r>
            <a:endParaRPr/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https://cartoondealer.com/image/98471627/arduino-uno-microcontroller.html</a:t>
            </a:r>
            <a:endParaRPr/>
          </a:p>
        </p:txBody>
      </p:sp>
      <p:sp>
        <p:nvSpPr>
          <p:cNvPr id="72" name="Google Shape;7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https://www.instructables.com/Tic-Tac-Toe-on-Arduino-With-AI-Minimax-Algorithm/</a:t>
            </a:r>
            <a:endParaRPr/>
          </a:p>
        </p:txBody>
      </p:sp>
      <p:sp>
        <p:nvSpPr>
          <p:cNvPr id="83" name="Google Shape;8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https://diymanualz.blogspot.com/2023/05/dual-axis-solar-tracker-diy.html</a:t>
            </a:r>
            <a:endParaRPr/>
          </a:p>
        </p:txBody>
      </p:sp>
      <p:sp>
        <p:nvSpPr>
          <p:cNvPr id="94" name="Google Shape;9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https://www.ticktockenergy.com/solar-energy-systems/img_7270/</a:t>
            </a:r>
            <a:endParaRPr/>
          </a:p>
        </p:txBody>
      </p:sp>
      <p:sp>
        <p:nvSpPr>
          <p:cNvPr id="105" name="Google Shape;10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https://www.instructables.com/id/Building-an-Automatic-Solar-Tracker-With-Arduino-N/</a:t>
            </a:r>
            <a:endParaRPr/>
          </a:p>
        </p:txBody>
      </p:sp>
      <p:sp>
        <p:nvSpPr>
          <p:cNvPr id="116" name="Google Shape;1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demake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Dual Axis Solar Tracker Using Arduino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pic-microcontroller.com/wp-content/uploads/2016/06/Dual-axis-solar-tracker-with-online-energy-monitor.jp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Introduction to Dual Axis Solar Tracker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dual axis solar tracker is a device that follows the movement of the sun in both the horizontal and vertical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optimizes the solar panel's position to maximize the amount of sunlight it receives throughout the day.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Arduino parts like servos, stepper motors, solar panels, and frames are essential components of a dual axis solar tracker.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electronicwings.com/public/images/user_images/images/Arduino/Servo%20Motor/servo.jp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Servo Motor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servo motor is a compact device that provides precise control of angular or linear position.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commonly used in dual axis solar trackers to move the solar panel in the horizontal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servo motor receives signals from the arduino board and adjusts the position of the solar panel accordingly.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majju.pk/assets/uploads/2018/10/STEPPER-MOTOR-6-WIRES-WITH-DRIVER-2000x1977.jp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Stepper Motor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stepper motor is a brushless DC electric motor that divides a full rotation into a number of equal steps.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used in dual axis solar trackers to move the solar panel in the vertical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stepper motor receives signals from the arduino board and rotates in small increments to align the solar panel with the sun.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brijencapsulants.com/wp-content/uploads/2020/12/photovoltaic-cell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Solar Panel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solar panel is a device that converts sunlight into electrical energy.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the main component of a dual axis solar tracker, as it is responsible for capturing sunlight.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solar panel is mounted on the frame and moves according to the signals received from the servo and stepper motors.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image.made-in-china.com/2f0j00jGIfYtvrmhuz/5500W-Dual-Axis-Solar-Tracker-Trace-Sun-Energy.jp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frame of a dual axis solar tracker provides structural support to the solar panel and other components.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is usually made of durable materials like aluminum or steel to withstand outdoor conditions.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frame is designed to allow smooth movement of the solar panel in both the horizontal and vertical axis.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thumbs.dreamstime.com/z/durban-south-africa-march-arduino-uno-open-source-microcontroller-development-board-isolated-white-background-185170139.jpg" id="77" name="Google Shape;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Arduino Board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An Arduino board is a microcontroller-based platform used to control various electronic components in a project.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acts as the brain of a dual axis solar tracker, sending signals to the servo and stepper motors.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Arduino boards are programmable, allowing customization of the solar tracker's behavior based on specific parameters and requirements.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content.instructables.com/ORIG/F1C/YXOO/JGCJ4EQ4/F1CYXOOJGCJ4EQ4.jpg?frame=1"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Control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control algorithm implemented in the Arduino board determines the movement of the solar panel.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uses input from sensors or calculations based on time and location to track the sun's position.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algorithm calculates the necessary angles for the servo and stepper motors to align the solar panel with the sun.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stunningplans.com/wp-content/uploads/2020/02/dual-axis-solar-tracker-diy-luxury-diy-single-axis-solar-tracker-re-fab-old-style-10-of-dual-axis-solar-tracker-diy.jpg" id="99" name="Google Shape;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Benefits of Dual Axis Solar Tracker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 increase the overall efficiency of solar panels by up to 40% compared to fixed installations.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They maximize the capture of solar energy throughout the day by continuously adjusting the panel's position.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 are particularly beneficial in regions with high solar incidence and variable weather conditions.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www.ticktockenergy.com/wp-content/uploads/2016/07/IMG_7270.jpg" id="110" name="Google Shape;11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2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Applications of Dual Axis Solar Tracker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 are commonly used in residential and commercial solar energy systems.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They are also employed in agricultural applications, such as powering irrigation systems or providing energy for farms.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technology is continuously evolving, with potential applications in space exploration and satellite tracking.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3437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FAD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4375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search-letsfade-com.herokuapp.com/proxy?url=https://cdn.instructables.com/ORIG/FBG/V28D/JVMNRIBR/FBGV28DJVMNRIBR.jpg?width=2100" id="121" name="Google Shape;1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14300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0ACC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Dual axis solar trackers, utilizing arduino parts like servos, stepper motors, solar panels, and frames, enhance the efficiency of solar energy systems.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By continuously adjusting the position of the solar panel, they maximize the capture of sunlight throughout the day.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These trackers have numerous applications in various industries and hold great potential for future advancements in solar energy technology.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